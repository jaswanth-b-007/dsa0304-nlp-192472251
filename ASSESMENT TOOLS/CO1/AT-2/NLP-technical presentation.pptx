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71" r:id="rId5"/>
    <p:sldId id="259" r:id="rId6"/>
    <p:sldId id="272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4509A-A0D3-4DBF-9C41-BF88D846FBC3}" v="1" dt="2026-07-31T03:51:32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wanthbattula031@gmail.com" userId="cdba2269a0f084a0" providerId="LiveId" clId="{CDF06F0A-E7DF-4FFD-9DAB-F9F0E33146A3}"/>
    <pc:docChg chg="undo custSel addSld delSld modSld">
      <pc:chgData name="jaswanthbattula031@gmail.com" userId="cdba2269a0f084a0" providerId="LiveId" clId="{CDF06F0A-E7DF-4FFD-9DAB-F9F0E33146A3}" dt="2026-07-31T03:52:05.004" v="167" actId="1076"/>
      <pc:docMkLst>
        <pc:docMk/>
      </pc:docMkLst>
      <pc:sldChg chg="addSp delSp modSp mod">
        <pc:chgData name="jaswanthbattula031@gmail.com" userId="cdba2269a0f084a0" providerId="LiveId" clId="{CDF06F0A-E7DF-4FFD-9DAB-F9F0E33146A3}" dt="2026-07-31T03:52:05.004" v="167" actId="1076"/>
        <pc:sldMkLst>
          <pc:docMk/>
          <pc:sldMk cId="3915134490" sldId="256"/>
        </pc:sldMkLst>
        <pc:spChg chg="mod">
          <ac:chgData name="jaswanthbattula031@gmail.com" userId="cdba2269a0f084a0" providerId="LiveId" clId="{CDF06F0A-E7DF-4FFD-9DAB-F9F0E33146A3}" dt="2026-07-31T03:37:41.864" v="77" actId="1076"/>
          <ac:spMkLst>
            <pc:docMk/>
            <pc:sldMk cId="3915134490" sldId="256"/>
            <ac:spMk id="2" creationId="{D2A1DE37-2F72-5BA2-DF0D-C6F62FBC2696}"/>
          </ac:spMkLst>
        </pc:spChg>
        <pc:spChg chg="mod">
          <ac:chgData name="jaswanthbattula031@gmail.com" userId="cdba2269a0f084a0" providerId="LiveId" clId="{CDF06F0A-E7DF-4FFD-9DAB-F9F0E33146A3}" dt="2026-07-31T03:47:44.064" v="140" actId="1076"/>
          <ac:spMkLst>
            <pc:docMk/>
            <pc:sldMk cId="3915134490" sldId="256"/>
            <ac:spMk id="3" creationId="{3D812685-AE8F-F241-49E4-EF67D8477FFB}"/>
          </ac:spMkLst>
        </pc:spChg>
        <pc:spChg chg="mod">
          <ac:chgData name="jaswanthbattula031@gmail.com" userId="cdba2269a0f084a0" providerId="LiveId" clId="{CDF06F0A-E7DF-4FFD-9DAB-F9F0E33146A3}" dt="2026-07-31T03:37:47.434" v="78" actId="1076"/>
          <ac:spMkLst>
            <pc:docMk/>
            <pc:sldMk cId="3915134490" sldId="256"/>
            <ac:spMk id="7" creationId="{34C98782-A571-1B35-B335-430A09DEF93F}"/>
          </ac:spMkLst>
        </pc:spChg>
        <pc:spChg chg="add mod">
          <ac:chgData name="jaswanthbattula031@gmail.com" userId="cdba2269a0f084a0" providerId="LiveId" clId="{CDF06F0A-E7DF-4FFD-9DAB-F9F0E33146A3}" dt="2026-07-31T03:47:26.292" v="129" actId="255"/>
          <ac:spMkLst>
            <pc:docMk/>
            <pc:sldMk cId="3915134490" sldId="256"/>
            <ac:spMk id="10" creationId="{0F6A0DED-2280-7866-66EB-5BBFC57EE742}"/>
          </ac:spMkLst>
        </pc:spChg>
        <pc:spChg chg="add del">
          <ac:chgData name="jaswanthbattula031@gmail.com" userId="cdba2269a0f084a0" providerId="LiveId" clId="{CDF06F0A-E7DF-4FFD-9DAB-F9F0E33146A3}" dt="2026-07-31T03:45:53.268" v="113" actId="22"/>
          <ac:spMkLst>
            <pc:docMk/>
            <pc:sldMk cId="3915134490" sldId="256"/>
            <ac:spMk id="12" creationId="{AA232299-287A-C52A-22DE-466BD4DC9BB5}"/>
          </ac:spMkLst>
        </pc:spChg>
        <pc:spChg chg="add mod">
          <ac:chgData name="jaswanthbattula031@gmail.com" userId="cdba2269a0f084a0" providerId="LiveId" clId="{CDF06F0A-E7DF-4FFD-9DAB-F9F0E33146A3}" dt="2026-07-31T03:47:20.388" v="128" actId="255"/>
          <ac:spMkLst>
            <pc:docMk/>
            <pc:sldMk cId="3915134490" sldId="256"/>
            <ac:spMk id="14" creationId="{8B6B8797-AC58-B930-BFE3-2936EE5E8DED}"/>
          </ac:spMkLst>
        </pc:spChg>
        <pc:spChg chg="mod">
          <ac:chgData name="jaswanthbattula031@gmail.com" userId="cdba2269a0f084a0" providerId="LiveId" clId="{CDF06F0A-E7DF-4FFD-9DAB-F9F0E33146A3}" dt="2026-07-31T03:37:38.862" v="76" actId="1076"/>
          <ac:spMkLst>
            <pc:docMk/>
            <pc:sldMk cId="3915134490" sldId="256"/>
            <ac:spMk id="16" creationId="{D0C90AFD-49F8-C7C4-D458-B3338C5D8C94}"/>
          </ac:spMkLst>
        </pc:spChg>
        <pc:spChg chg="add mod">
          <ac:chgData name="jaswanthbattula031@gmail.com" userId="cdba2269a0f084a0" providerId="LiveId" clId="{CDF06F0A-E7DF-4FFD-9DAB-F9F0E33146A3}" dt="2026-07-31T03:52:05.004" v="167" actId="1076"/>
          <ac:spMkLst>
            <pc:docMk/>
            <pc:sldMk cId="3915134490" sldId="256"/>
            <ac:spMk id="23" creationId="{59E53C6C-BBF4-49A4-043E-4F7761A55467}"/>
          </ac:spMkLst>
        </pc:spChg>
        <pc:picChg chg="del">
          <ac:chgData name="jaswanthbattula031@gmail.com" userId="cdba2269a0f084a0" providerId="LiveId" clId="{CDF06F0A-E7DF-4FFD-9DAB-F9F0E33146A3}" dt="2026-07-31T03:46:32.068" v="118" actId="478"/>
          <ac:picMkLst>
            <pc:docMk/>
            <pc:sldMk cId="3915134490" sldId="256"/>
            <ac:picMk id="6" creationId="{73476E18-C37C-3B10-BF14-B06746F00928}"/>
          </ac:picMkLst>
        </pc:picChg>
        <pc:picChg chg="add del">
          <ac:chgData name="jaswanthbattula031@gmail.com" userId="cdba2269a0f084a0" providerId="LiveId" clId="{CDF06F0A-E7DF-4FFD-9DAB-F9F0E33146A3}" dt="2026-07-31T03:45:01.059" v="105" actId="22"/>
          <ac:picMkLst>
            <pc:docMk/>
            <pc:sldMk cId="3915134490" sldId="256"/>
            <ac:picMk id="8" creationId="{1B8BEEF7-53A9-8872-DBF5-A6B312BF0278}"/>
          </ac:picMkLst>
        </pc:picChg>
        <pc:picChg chg="add del">
          <ac:chgData name="jaswanthbattula031@gmail.com" userId="cdba2269a0f084a0" providerId="LiveId" clId="{CDF06F0A-E7DF-4FFD-9DAB-F9F0E33146A3}" dt="2026-07-31T03:46:52.007" v="122" actId="22"/>
          <ac:picMkLst>
            <pc:docMk/>
            <pc:sldMk cId="3915134490" sldId="256"/>
            <ac:picMk id="17" creationId="{D5E16140-D18C-74C2-DE6B-A064FB161041}"/>
          </ac:picMkLst>
        </pc:picChg>
        <pc:picChg chg="del">
          <ac:chgData name="jaswanthbattula031@gmail.com" userId="cdba2269a0f084a0" providerId="LiveId" clId="{CDF06F0A-E7DF-4FFD-9DAB-F9F0E33146A3}" dt="2026-07-31T03:46:45.940" v="120" actId="478"/>
          <ac:picMkLst>
            <pc:docMk/>
            <pc:sldMk cId="3915134490" sldId="256"/>
            <ac:picMk id="18" creationId="{22FF51DC-932D-078D-CCBF-859E85E9F798}"/>
          </ac:picMkLst>
        </pc:picChg>
        <pc:picChg chg="add mod">
          <ac:chgData name="jaswanthbattula031@gmail.com" userId="cdba2269a0f084a0" providerId="LiveId" clId="{CDF06F0A-E7DF-4FFD-9DAB-F9F0E33146A3}" dt="2026-07-31T03:47:03.153" v="124" actId="1076"/>
          <ac:picMkLst>
            <pc:docMk/>
            <pc:sldMk cId="3915134490" sldId="256"/>
            <ac:picMk id="20" creationId="{1710E76A-66FE-618B-57D9-3BA530E07BDA}"/>
          </ac:picMkLst>
        </pc:picChg>
        <pc:picChg chg="add mod">
          <ac:chgData name="jaswanthbattula031@gmail.com" userId="cdba2269a0f084a0" providerId="LiveId" clId="{CDF06F0A-E7DF-4FFD-9DAB-F9F0E33146A3}" dt="2026-07-31T03:47:12.591" v="127" actId="14100"/>
          <ac:picMkLst>
            <pc:docMk/>
            <pc:sldMk cId="3915134490" sldId="256"/>
            <ac:picMk id="22" creationId="{B3CA0C92-21D2-2A2A-0204-F0E350200D06}"/>
          </ac:picMkLst>
        </pc:picChg>
      </pc:sldChg>
      <pc:sldChg chg="modSp del mod">
        <pc:chgData name="jaswanthbattula031@gmail.com" userId="cdba2269a0f084a0" providerId="LiveId" clId="{CDF06F0A-E7DF-4FFD-9DAB-F9F0E33146A3}" dt="2026-07-31T03:30:46.278" v="74" actId="47"/>
        <pc:sldMkLst>
          <pc:docMk/>
          <pc:sldMk cId="2319610770" sldId="266"/>
        </pc:sldMkLst>
        <pc:spChg chg="mod">
          <ac:chgData name="jaswanthbattula031@gmail.com" userId="cdba2269a0f084a0" providerId="LiveId" clId="{CDF06F0A-E7DF-4FFD-9DAB-F9F0E33146A3}" dt="2026-07-31T03:25:30.127" v="72" actId="20577"/>
          <ac:spMkLst>
            <pc:docMk/>
            <pc:sldMk cId="2319610770" sldId="266"/>
            <ac:spMk id="9" creationId="{273A0FF9-FF1A-BFCD-E8B4-F64A0016F58E}"/>
          </ac:spMkLst>
        </pc:spChg>
      </pc:sldChg>
      <pc:sldChg chg="del">
        <pc:chgData name="jaswanthbattula031@gmail.com" userId="cdba2269a0f084a0" providerId="LiveId" clId="{CDF06F0A-E7DF-4FFD-9DAB-F9F0E33146A3}" dt="2026-07-31T03:30:43.231" v="73" actId="47"/>
        <pc:sldMkLst>
          <pc:docMk/>
          <pc:sldMk cId="2039998504" sldId="267"/>
        </pc:sldMkLst>
      </pc:sldChg>
      <pc:sldChg chg="modSp mod">
        <pc:chgData name="jaswanthbattula031@gmail.com" userId="cdba2269a0f084a0" providerId="LiveId" clId="{CDF06F0A-E7DF-4FFD-9DAB-F9F0E33146A3}" dt="2026-07-31T03:24:45.104" v="71" actId="27636"/>
        <pc:sldMkLst>
          <pc:docMk/>
          <pc:sldMk cId="1840985855" sldId="271"/>
        </pc:sldMkLst>
        <pc:spChg chg="mod">
          <ac:chgData name="jaswanthbattula031@gmail.com" userId="cdba2269a0f084a0" providerId="LiveId" clId="{CDF06F0A-E7DF-4FFD-9DAB-F9F0E33146A3}" dt="2026-07-31T03:24:45.104" v="71" actId="27636"/>
          <ac:spMkLst>
            <pc:docMk/>
            <pc:sldMk cId="1840985855" sldId="271"/>
            <ac:spMk id="8" creationId="{3500C96F-1D0E-87EA-358B-59A8D2BBF06B}"/>
          </ac:spMkLst>
        </pc:spChg>
      </pc:sldChg>
      <pc:sldChg chg="addSp delSp modSp new mod">
        <pc:chgData name="jaswanthbattula031@gmail.com" userId="cdba2269a0f084a0" providerId="LiveId" clId="{CDF06F0A-E7DF-4FFD-9DAB-F9F0E33146A3}" dt="2026-07-31T03:19:09.843" v="69" actId="122"/>
        <pc:sldMkLst>
          <pc:docMk/>
          <pc:sldMk cId="1574877449" sldId="272"/>
        </pc:sldMkLst>
        <pc:spChg chg="mod">
          <ac:chgData name="jaswanthbattula031@gmail.com" userId="cdba2269a0f084a0" providerId="LiveId" clId="{CDF06F0A-E7DF-4FFD-9DAB-F9F0E33146A3}" dt="2026-07-31T03:19:09.843" v="69" actId="122"/>
          <ac:spMkLst>
            <pc:docMk/>
            <pc:sldMk cId="1574877449" sldId="272"/>
            <ac:spMk id="2" creationId="{6C8AC9CD-5388-2035-C228-F50D1132D8DA}"/>
          </ac:spMkLst>
        </pc:spChg>
        <pc:spChg chg="del">
          <ac:chgData name="jaswanthbattula031@gmail.com" userId="cdba2269a0f084a0" providerId="LiveId" clId="{CDF06F0A-E7DF-4FFD-9DAB-F9F0E33146A3}" dt="2026-07-31T03:18:09.787" v="43" actId="478"/>
          <ac:spMkLst>
            <pc:docMk/>
            <pc:sldMk cId="1574877449" sldId="272"/>
            <ac:spMk id="3" creationId="{EA98DD87-B77B-9769-0096-A586201CAE47}"/>
          </ac:spMkLst>
        </pc:spChg>
        <pc:spChg chg="del">
          <ac:chgData name="jaswanthbattula031@gmail.com" userId="cdba2269a0f084a0" providerId="LiveId" clId="{CDF06F0A-E7DF-4FFD-9DAB-F9F0E33146A3}" dt="2026-07-31T03:18:26.408" v="45" actId="931"/>
          <ac:spMkLst>
            <pc:docMk/>
            <pc:sldMk cId="1574877449" sldId="272"/>
            <ac:spMk id="4" creationId="{85BC2D40-B3D8-F7CC-9477-ED6ABCD25CE1}"/>
          </ac:spMkLst>
        </pc:spChg>
        <pc:spChg chg="del">
          <ac:chgData name="jaswanthbattula031@gmail.com" userId="cdba2269a0f084a0" providerId="LiveId" clId="{CDF06F0A-E7DF-4FFD-9DAB-F9F0E33146A3}" dt="2026-07-31T03:18:13.270" v="44" actId="478"/>
          <ac:spMkLst>
            <pc:docMk/>
            <pc:sldMk cId="1574877449" sldId="272"/>
            <ac:spMk id="5" creationId="{065F3F94-DF6B-D7DA-A69C-03CD53D93B82}"/>
          </ac:spMkLst>
        </pc:spChg>
        <pc:spChg chg="del">
          <ac:chgData name="jaswanthbattula031@gmail.com" userId="cdba2269a0f084a0" providerId="LiveId" clId="{CDF06F0A-E7DF-4FFD-9DAB-F9F0E33146A3}" dt="2026-07-31T03:18:41.087" v="47" actId="931"/>
          <ac:spMkLst>
            <pc:docMk/>
            <pc:sldMk cId="1574877449" sldId="272"/>
            <ac:spMk id="6" creationId="{ACB36134-F602-CDB8-1D48-40B480D6735E}"/>
          </ac:spMkLst>
        </pc:spChg>
        <pc:picChg chg="add mod ord">
          <ac:chgData name="jaswanthbattula031@gmail.com" userId="cdba2269a0f084a0" providerId="LiveId" clId="{CDF06F0A-E7DF-4FFD-9DAB-F9F0E33146A3}" dt="2026-07-31T03:18:52.688" v="52" actId="1076"/>
          <ac:picMkLst>
            <pc:docMk/>
            <pc:sldMk cId="1574877449" sldId="272"/>
            <ac:picMk id="8" creationId="{B8871947-AD6C-1E9E-8A2F-CF974B1D33AB}"/>
          </ac:picMkLst>
        </pc:picChg>
        <pc:picChg chg="add mod ord">
          <ac:chgData name="jaswanthbattula031@gmail.com" userId="cdba2269a0f084a0" providerId="LiveId" clId="{CDF06F0A-E7DF-4FFD-9DAB-F9F0E33146A3}" dt="2026-07-31T03:18:50.967" v="51" actId="1076"/>
          <ac:picMkLst>
            <pc:docMk/>
            <pc:sldMk cId="1574877449" sldId="272"/>
            <ac:picMk id="10" creationId="{06B89180-15A0-ED9C-9A33-3CC0AEF6FC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07C2D-8581-42DD-865D-B8F7F50B2D6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DE585-32E4-4426-8023-2C6BBA308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07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DE585-32E4-4426-8023-2C6BBA308EA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5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944B-00F6-67B7-3191-F8B25E385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81A8A-6C74-59DE-57E4-7119D3246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3E89-1F8D-5AC4-312A-139F5E00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A4F69-53F1-C983-C601-0C457073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A9269-177B-6340-9025-B1B3C5D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9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0537-7F01-9909-7C5E-F905E6B9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89AC-B96D-6B50-6B28-DEBF7A6C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F71E-CFC4-2A1C-1C22-1643F634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89F5-9DB6-2943-9674-E21D078A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BA911-0371-14F8-9FCF-B8B11AEB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D8FF-894D-5B71-BFF7-5A2CA348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CB6FB-210C-80E2-1B07-D2180D22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1328-BFCD-28C4-14BD-4C472435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881D2-A696-516C-A5DB-B116205E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3C5F-5027-43A4-16D0-14C86B25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1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9166-26CA-B335-E31A-380FEC07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7F759-F273-BE87-4DA7-7BBF75179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1C613-384E-E936-B1AB-EE528FD5F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A6EAB-3D81-DE6F-05C5-9B42FCCA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371B3-5D7F-AB23-F1E5-6BD0C0F6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686FE-BD06-6637-E9E8-D46EE75E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72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EAC5-62AD-4FD0-72D2-17006C16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D2D37-786A-080D-DA23-77BA2EACE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70C19-AEEE-77AB-4338-2A9CBBD0B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850FF-AFF5-7F0B-1891-789DD2825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32E10-175A-6796-5B08-E913A52CF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A4325-45D5-0AC0-8CC2-3F0D695E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0F6B4-AB61-FB4F-54AA-C907C208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9D70C-4602-4E5A-C4EE-5AE9D8CC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9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F6BE-E086-32EC-0573-B531A710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843F3-56F8-CF63-8D6E-B2149F44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1F86C-24C6-9D7C-7ACE-96DB2ACA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B6283-04E5-E505-A903-069D6C3D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9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5BE7-B92F-FD62-763D-DF168311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322B3-EF05-2156-D1AC-1B624BEA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48562-B475-5C98-D664-E650ED4E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6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55105-22ED-1300-1D81-3F9B3B5C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033A-314B-5EE8-3C93-8861124B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AACFD-B519-6D64-5063-D91D02596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DF44-2AB7-CC07-9CCD-C4040DFC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B48B5-3F55-79E8-7DEA-BA613CBA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F9172-7FF2-43A4-6D87-2897DEE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9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2D26-CE0D-806A-5B6B-C9928D93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F98C5-3319-8F39-46BB-FE374EE2D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71F7-2B11-4182-DA26-559E6C353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F788A-60EF-A3F9-1CB4-87A5C840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10954-ABB8-6CDE-ABC7-437F8503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03E71-576E-6FF2-F833-0ADC348F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3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D56B-194C-3AA4-1286-E284785A8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14CB7-B4A7-DD4D-4F44-95A6DE0D8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B9DB-D71E-AE8B-CECD-66ACAD40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5BC27-606C-C356-9B25-30567965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19A4F-DFB2-29A2-637B-0316C048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8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B733E-B682-7773-9B8C-2734DED96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DE475-B95A-E03B-790A-57AA67B3A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E3F5B-A0FA-86ED-32BD-8A61405E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022EF-C573-5380-42EB-B65EBFB3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8400-8442-2D56-7734-D6328D08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265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37392-4CF6-7B59-CBB4-E6190FE36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E341B-254C-7A02-600E-E4C4B9CAA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C8989-23EC-FFCC-5FA8-415291DB9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C003-DB2A-60A2-F244-86EB89315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FA75-8FDA-CBFB-4CC5-27F5ECD30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5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DE37-2F72-5BA2-DF0D-C6F62FBC2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06" y="2080345"/>
            <a:ext cx="11372387" cy="1466904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and Word Formation in Natural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12685-AE8F-F241-49E4-EF67D8477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306" y="4674337"/>
            <a:ext cx="4018960" cy="1655762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Candidate: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Jaswanth(192472251)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90AFD-49F8-C7C4-D458-B3338C5D8C94}"/>
              </a:ext>
            </a:extLst>
          </p:cNvPr>
          <p:cNvSpPr txBox="1"/>
          <p:nvPr/>
        </p:nvSpPr>
        <p:spPr>
          <a:xfrm>
            <a:off x="3048786" y="247914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80FA0-C527-0F6F-9CEE-9BCB237C550D}"/>
              </a:ext>
            </a:extLst>
          </p:cNvPr>
          <p:cNvSpPr txBox="1"/>
          <p:nvPr/>
        </p:nvSpPr>
        <p:spPr>
          <a:xfrm>
            <a:off x="382837" y="5202238"/>
            <a:ext cx="3547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98782-A571-1B35-B335-430A09DEF93F}"/>
              </a:ext>
            </a:extLst>
          </p:cNvPr>
          <p:cNvSpPr txBox="1"/>
          <p:nvPr/>
        </p:nvSpPr>
        <p:spPr>
          <a:xfrm>
            <a:off x="1233804" y="3684441"/>
            <a:ext cx="9728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DSA0304 Natural Language Processing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A0DED-2280-7866-66EB-5BBFC57EE742}"/>
              </a:ext>
            </a:extLst>
          </p:cNvPr>
          <p:cNvSpPr txBox="1"/>
          <p:nvPr/>
        </p:nvSpPr>
        <p:spPr>
          <a:xfrm>
            <a:off x="556181" y="366031"/>
            <a:ext cx="10850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SIMATS</a:t>
            </a:r>
            <a:r>
              <a:rPr lang="en-IN" sz="3600" b="1" i="0" spc="-22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IN" sz="3600" b="1" i="0" spc="-1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ENGINEERING</a:t>
            </a:r>
            <a:endParaRPr lang="en-IN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B8797-AC58-B930-BFE3-2936EE5E8DED}"/>
              </a:ext>
            </a:extLst>
          </p:cNvPr>
          <p:cNvSpPr txBox="1"/>
          <p:nvPr/>
        </p:nvSpPr>
        <p:spPr>
          <a:xfrm>
            <a:off x="382837" y="929646"/>
            <a:ext cx="11459320" cy="96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" marR="9144" algn="ctr">
              <a:lnSpc>
                <a:spcPct val="80000"/>
              </a:lnSpc>
              <a:spcBef>
                <a:spcPts val="1290"/>
              </a:spcBef>
              <a:buNone/>
            </a:pP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lang="en-IN" sz="3500" b="1" spc="-16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IN" sz="3500" b="1" spc="-155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3500" b="1" spc="-155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IN" sz="3500" b="1" spc="-155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3500" b="1" spc="-16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IN" sz="3500" b="1" spc="-155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spc="-1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Sciences </a:t>
            </a:r>
            <a:r>
              <a:rPr lang="en-IN" sz="3500" b="1" spc="-3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Chennai-</a:t>
            </a:r>
            <a:r>
              <a:rPr lang="en-IN" sz="3500" b="1" spc="-10" dirty="0">
                <a:solidFill>
                  <a:srgbClr val="EE23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602105.</a:t>
            </a:r>
            <a:endParaRPr lang="en-IN" sz="3500" dirty="0"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10E76A-66FE-618B-57D9-3BA530E0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014" y="-105021"/>
            <a:ext cx="1359526" cy="14204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CA0C92-21D2-2A2A-0204-F0E350200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771"/>
            <a:ext cx="1233804" cy="1355045"/>
          </a:xfrm>
          <a:prstGeom prst="rect">
            <a:avLst/>
          </a:prstGeom>
        </p:spPr>
      </p:pic>
      <p:sp>
        <p:nvSpPr>
          <p:cNvPr id="23" name="Subtitle 2">
            <a:extLst>
              <a:ext uri="{FF2B5EF4-FFF2-40B4-BE49-F238E27FC236}">
                <a16:creationId xmlns:a16="http://schemas.microsoft.com/office/drawing/2014/main" id="{59E53C6C-BBF4-49A4-043E-4F7761A55467}"/>
              </a:ext>
            </a:extLst>
          </p:cNvPr>
          <p:cNvSpPr txBox="1">
            <a:spLocks/>
          </p:cNvSpPr>
          <p:nvPr/>
        </p:nvSpPr>
        <p:spPr>
          <a:xfrm>
            <a:off x="8426512" y="4674337"/>
            <a:ext cx="401896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T Devi</a:t>
            </a:r>
          </a:p>
        </p:txBody>
      </p:sp>
    </p:spTree>
    <p:extLst>
      <p:ext uri="{BB962C8B-B14F-4D97-AF65-F5344CB8AC3E}">
        <p14:creationId xmlns:p14="http://schemas.microsoft.com/office/powerpoint/2010/main" val="391513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6D8C-BF00-D644-1D1E-EF4E6D2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7574" y="602054"/>
            <a:ext cx="344431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1B30D-2C0F-54B3-F37C-C220985A0D53}"/>
              </a:ext>
            </a:extLst>
          </p:cNvPr>
          <p:cNvSpPr txBox="1"/>
          <p:nvPr/>
        </p:nvSpPr>
        <p:spPr>
          <a:xfrm>
            <a:off x="1236482" y="2188027"/>
            <a:ext cx="9907571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Morphology?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study of the internal structure of words.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how words are formed from smaller meaningful units called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helps us understand word meaning, grammatical function, and word relationships.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unhappiness = un- + happy + -ness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E35204-B17E-4DF5-A094-93C0EF674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07C06D-FAE8-A4B3-E5C4-1CDA45B1A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5BEB6-CFF8-C8C8-350C-E5617B9ED444}"/>
              </a:ext>
            </a:extLst>
          </p:cNvPr>
          <p:cNvSpPr txBox="1"/>
          <p:nvPr/>
        </p:nvSpPr>
        <p:spPr>
          <a:xfrm>
            <a:off x="3786432" y="659877"/>
            <a:ext cx="46191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 and Their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31FE0-A373-182F-5CFB-4D908DF7BD2A}"/>
              </a:ext>
            </a:extLst>
          </p:cNvPr>
          <p:cNvSpPr txBox="1"/>
          <p:nvPr/>
        </p:nvSpPr>
        <p:spPr>
          <a:xfrm>
            <a:off x="1236482" y="2106427"/>
            <a:ext cx="10029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Morphemes: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new words </a:t>
            </a:r>
          </a:p>
          <a:p>
            <a:pPr lvl="1"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 → happiness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Morphemes: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 grammatical form </a:t>
            </a:r>
          </a:p>
          <a:p>
            <a:pPr lvl="1"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→ played, cat → cats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Morphemes: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stand alone as words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book, run, happy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Morphemes: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stand alone, must attach to another morpheme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un-, -ed, -s, -ness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24D65-60BB-8E93-8DB7-E5733C97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ED1F6-22F8-07B0-D8CA-4B3599FE7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2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A81A-82AA-2A7D-D9F2-6BECA78C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B860A-6FD3-24D0-3EEF-C0AB139F60C4}"/>
              </a:ext>
            </a:extLst>
          </p:cNvPr>
          <p:cNvSpPr txBox="1"/>
          <p:nvPr/>
        </p:nvSpPr>
        <p:spPr>
          <a:xfrm>
            <a:off x="3915455" y="750551"/>
            <a:ext cx="499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CFA45-A647-805D-FF8F-57B31A62D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83F17-58DC-46DC-8702-CE38B827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2371A72-0A97-7A74-E999-70EA62551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5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Formation Processes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00C96F-1D0E-87EA-358B-59A8D2BBF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ways words are formed in natural languages: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Affixation: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prefixes/suffixes </a:t>
            </a:r>
          </a:p>
          <a:p>
            <a:pPr marL="457200" lvl="1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unhappy, teacher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two words </a:t>
            </a:r>
          </a:p>
          <a:p>
            <a:pPr marL="457200" lvl="1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blackboard, smartphone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word class without changing form </a:t>
            </a:r>
          </a:p>
          <a:p>
            <a:pPr marL="457200" lvl="1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(noun) → email (verb)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parts of words </a:t>
            </a:r>
          </a:p>
          <a:p>
            <a:pPr marL="457200" lvl="1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smog = smoke + fog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Clipping: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shortening a word </a:t>
            </a:r>
          </a:p>
          <a:p>
            <a:pPr marL="457200" lvl="1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= laboratory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98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42DCC6-C679-6500-8F03-25419D47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AE320-2DE4-CD5B-C31F-E5E61D2D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6A3DFF-F8DE-4BBB-F6DA-0A59C653837E}"/>
              </a:ext>
            </a:extLst>
          </p:cNvPr>
          <p:cNvSpPr txBox="1"/>
          <p:nvPr/>
        </p:nvSpPr>
        <p:spPr>
          <a:xfrm>
            <a:off x="2375555" y="636773"/>
            <a:ext cx="71078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 of Morphology in NLP</a:t>
            </a:r>
          </a:p>
          <a:p>
            <a:pPr algn="ctr"/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A8717-F211-B38C-32C4-D5EA2175DF42}"/>
              </a:ext>
            </a:extLst>
          </p:cNvPr>
          <p:cNvSpPr txBox="1"/>
          <p:nvPr/>
        </p:nvSpPr>
        <p:spPr>
          <a:xfrm>
            <a:off x="1595046" y="2347273"/>
            <a:ext cx="88994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important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helps systems: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meaning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different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forms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and lemmatization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and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richly inflected languages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Tamil, Hindi, Arabic, etc.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play, plays, playing, played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all related to the root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8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C9CD-5388-2035-C228-F50D1132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871947-AD6C-1E9E-8A2F-CF974B1D33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7" y="2372137"/>
            <a:ext cx="4349915" cy="380745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6B89180-15A0-ED9C-9A33-3CC0AEF6FC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386" y="3178443"/>
            <a:ext cx="5094002" cy="122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7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89E5-0397-C09F-B9E3-36F06049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D0833-5F71-1CE7-9B1D-309E4BEA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73C49-0288-CCB2-5A35-F2975160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7D6814-6BF9-18D7-D3F6-F96919A6DC8E}"/>
              </a:ext>
            </a:extLst>
          </p:cNvPr>
          <p:cNvSpPr txBox="1"/>
          <p:nvPr/>
        </p:nvSpPr>
        <p:spPr>
          <a:xfrm>
            <a:off x="3687268" y="2756635"/>
            <a:ext cx="4357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338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296</Words>
  <Application>Microsoft Office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Morphology and Word Formation in Natural Languages</vt:lpstr>
      <vt:lpstr>Morphology</vt:lpstr>
      <vt:lpstr>PowerPoint Presentation</vt:lpstr>
      <vt:lpstr>Word Formation Processes </vt:lpstr>
      <vt:lpstr>PowerPoint Presentation</vt:lpstr>
      <vt:lpstr>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jaswanthbattula031@gmail.com</dc:creator>
  <cp:lastModifiedBy>jaswanthbattula031@gmail.com</cp:lastModifiedBy>
  <cp:revision>5</cp:revision>
  <dcterms:created xsi:type="dcterms:W3CDTF">2026-06-22T06:08:14Z</dcterms:created>
  <dcterms:modified xsi:type="dcterms:W3CDTF">2026-07-31T03:52:10Z</dcterms:modified>
</cp:coreProperties>
</file>